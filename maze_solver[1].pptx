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-cs-students.stanford.edu/~amitp/game-programming/" TargetMode="External"/><Relationship Id="rId2" Type="http://schemas.openxmlformats.org/officeDocument/2006/relationships/hyperlink" Target="https://www.redblobgame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GUESSING GAME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519950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AVANINDH SUGUNAN.A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11/5/2025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Artificial Intelligence enables machines to make decisions, solve problems, and adapt through logic and learning. This project demonstrates how AI can solve a maze using pathfinding algorithms.</a:t>
            </a:r>
          </a:p>
          <a:p>
            <a:r>
              <a:rPr lang="en-US" dirty="0"/>
              <a:t>The Maze Solver Game showcases how an AI can navigate a complex environment using reasoning and feedback, applying search algorithms to find the optimal path from start to goal.</a:t>
            </a:r>
          </a:p>
          <a:p>
            <a:r>
              <a:rPr lang="en-US" b="1" dirty="0"/>
              <a:t>PROBLEM STATEMENT:</a:t>
            </a:r>
            <a:br>
              <a:rPr lang="en-US" b="1" dirty="0"/>
            </a:br>
            <a:r>
              <a:rPr lang="en-US" b="1" dirty="0"/>
              <a:t>To design a maze game where an AI or player can navigate from a start point to an end point using logical movement and pathfinding algorithms.</a:t>
            </a:r>
          </a:p>
          <a:p>
            <a:r>
              <a:rPr lang="en-US" b="1" dirty="0"/>
              <a:t>EXPECTED RESULT:</a:t>
            </a:r>
          </a:p>
          <a:p>
            <a:r>
              <a:rPr lang="en-US" b="1" dirty="0"/>
              <a:t>The maze is randomly generated and always solvable.</a:t>
            </a:r>
          </a:p>
          <a:p>
            <a:r>
              <a:rPr lang="en-US" b="1" dirty="0"/>
              <a:t>The player can manually navigate the maze.</a:t>
            </a:r>
          </a:p>
          <a:p>
            <a:r>
              <a:rPr lang="en-US" b="1" dirty="0"/>
              <a:t>The game includes visual feedback, sound effects, and a win condition.</a:t>
            </a:r>
          </a:p>
          <a:p>
            <a:r>
              <a:rPr lang="en-US" b="1" dirty="0"/>
              <a:t>Future versions may include AI auto-solving or hint systems.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626" y="865239"/>
            <a:ext cx="10675374" cy="572237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This project is based on </a:t>
            </a:r>
            <a:r>
              <a:rPr lang="en-US" b="1" dirty="0"/>
              <a:t>recursive backtracking</a:t>
            </a:r>
            <a:r>
              <a:rPr lang="en-US" dirty="0"/>
              <a:t> for maze generation and </a:t>
            </a:r>
            <a:r>
              <a:rPr lang="en-US" b="1" dirty="0"/>
              <a:t>Breadth-First Search (BFS)</a:t>
            </a:r>
            <a:r>
              <a:rPr lang="en-US" dirty="0"/>
              <a:t> for pathfinding.</a:t>
            </a:r>
          </a:p>
          <a:p>
            <a:r>
              <a:rPr lang="en-US" b="1" dirty="0"/>
              <a:t>Maze Generation:</a:t>
            </a:r>
            <a:r>
              <a:rPr lang="en-US" dirty="0"/>
              <a:t> Recursive backtracking carves paths by visiting cells and removing walls, ensuring a solvable maze.</a:t>
            </a:r>
          </a:p>
          <a:p>
            <a:r>
              <a:rPr lang="en-US" b="1" dirty="0"/>
              <a:t>Pathfinding (optional):</a:t>
            </a:r>
            <a:r>
              <a:rPr lang="en-US" dirty="0"/>
              <a:t> BFS finds the shortest path from start to end by exploring all reachable nodes level by level.</a:t>
            </a:r>
          </a:p>
          <a:p>
            <a:r>
              <a:rPr lang="en-US" dirty="0"/>
              <a:t>These algorithms demonstrate core AI concepts: reasoning, decision-making, and optimization.</a:t>
            </a:r>
          </a:p>
          <a:p>
            <a:r>
              <a:rPr lang="en-US" dirty="0"/>
              <a:t>LITERATURE SURVEY</a:t>
            </a:r>
          </a:p>
          <a:p>
            <a:r>
              <a:rPr lang="en-US" b="1" dirty="0"/>
              <a:t>Recursive Backtracking:</a:t>
            </a:r>
            <a:r>
              <a:rPr lang="en-US" dirty="0"/>
              <a:t> Guarantees solvable mazes with randomized paths.</a:t>
            </a:r>
          </a:p>
          <a:p>
            <a:r>
              <a:rPr lang="en-US" b="1" dirty="0"/>
              <a:t>Breadth-First Search (BFS):</a:t>
            </a:r>
            <a:r>
              <a:rPr lang="en-US" dirty="0"/>
              <a:t> Finds shortest path in unweighted grids; ideal for hint systems.</a:t>
            </a:r>
          </a:p>
          <a:p>
            <a:r>
              <a:rPr lang="en-US" b="1" dirty="0"/>
              <a:t>Depth-First Search (DFS):</a:t>
            </a:r>
            <a:r>
              <a:rPr lang="en-US" dirty="0"/>
              <a:t> Explores deeply before backtracking; useful for maze generation.</a:t>
            </a:r>
          </a:p>
          <a:p>
            <a:r>
              <a:rPr lang="en-US" i="1" dirty="0"/>
              <a:t>A Search (Advanced):</a:t>
            </a:r>
            <a:r>
              <a:rPr lang="en-US" dirty="0"/>
              <a:t>* Combines path cost and heuristic for efficient solving.</a:t>
            </a:r>
          </a:p>
          <a:p>
            <a:r>
              <a:rPr lang="en-US" b="1" dirty="0"/>
              <a:t>Reinforcement Learning (Future):</a:t>
            </a:r>
            <a:r>
              <a:rPr lang="en-US" dirty="0"/>
              <a:t> Can learn optimal paths through trial and error.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892526"/>
              </p:ext>
            </p:extLst>
          </p:nvPr>
        </p:nvGraphicFramePr>
        <p:xfrm>
          <a:off x="1854200" y="2205222"/>
          <a:ext cx="9787194" cy="1478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32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4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https://github.com/avanindh2-sudo/aiminiproject.git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https://github.com/avanindh2-sudo/aiminiproject.git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+mn-lt"/>
                        </a:rPr>
                        <a:t>https://github.com/avanindh2-sudo/aiminiproject.git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Results:</a:t>
            </a:r>
          </a:p>
          <a:p>
            <a:r>
              <a:rPr lang="en-US" sz="2400" dirty="0"/>
              <a:t>Maze is generated randomly and is always solvable.</a:t>
            </a:r>
          </a:p>
          <a:p>
            <a:r>
              <a:rPr lang="en-US" sz="2400" dirty="0"/>
              <a:t>Player can navigate using arrow keys.</a:t>
            </a:r>
          </a:p>
          <a:p>
            <a:r>
              <a:rPr lang="en-US" sz="2400" dirty="0"/>
              <a:t>Win condition triggers sound and message.</a:t>
            </a:r>
          </a:p>
          <a:p>
            <a:r>
              <a:rPr lang="en-US" sz="2400" dirty="0"/>
              <a:t>Restart option allows replay without closing the game</a:t>
            </a:r>
            <a:r>
              <a:rPr lang="en-US" sz="2400" b="1" dirty="0"/>
              <a:t>.</a:t>
            </a:r>
          </a:p>
          <a:p>
            <a:pPr marL="0" indent="0">
              <a:buNone/>
            </a:pPr>
            <a:r>
              <a:rPr lang="en-US" sz="2400" b="1" dirty="0"/>
              <a:t>Future Enhancements:</a:t>
            </a:r>
          </a:p>
          <a:p>
            <a:r>
              <a:rPr lang="en-US" sz="2400" dirty="0"/>
              <a:t>Add AI auto-solver using BFS or A*</a:t>
            </a:r>
          </a:p>
          <a:p>
            <a:r>
              <a:rPr lang="en-US" sz="2400" dirty="0"/>
              <a:t>Include difficulty levels and timer</a:t>
            </a:r>
          </a:p>
          <a:p>
            <a:r>
              <a:rPr lang="en-US" sz="2400" dirty="0"/>
              <a:t>Add GUI buttons and animations</a:t>
            </a:r>
          </a:p>
          <a:p>
            <a:r>
              <a:rPr lang="en-US" sz="2400" dirty="0"/>
              <a:t>Track player performance and stats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OUTPUT:</a:t>
            </a:r>
            <a:br>
              <a:rPr lang="en-US" b="1" dirty="0"/>
            </a:br>
            <a:endParaRPr lang="en-US" b="1" dirty="0"/>
          </a:p>
          <a:p>
            <a:pPr marL="0" lvl="0" indent="0">
              <a:buNone/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7870" y="1936063"/>
            <a:ext cx="3916259" cy="41141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81065" y="1089767"/>
            <a:ext cx="11229870" cy="4123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Book:</a:t>
            </a:r>
            <a:br>
              <a:rPr lang="en-US" sz="1800" dirty="0"/>
            </a:br>
            <a:r>
              <a:rPr lang="en-US" sz="1800" dirty="0"/>
              <a:t>“Programming Game AI by Example” by Mat Buckland – for practical AI techniques in game environments, including pathfinding and decision-making.</a:t>
            </a:r>
          </a:p>
          <a:p>
            <a:r>
              <a:rPr lang="en-US" sz="1800" b="1" dirty="0"/>
              <a:t>Website:</a:t>
            </a:r>
            <a:br>
              <a:rPr lang="en-US" sz="1800" dirty="0"/>
            </a:br>
            <a:r>
              <a:rPr lang="en-US" sz="1800" dirty="0"/>
              <a:t>Red Blob Games – “Maze Generation Algorithms” (</a:t>
            </a:r>
            <a:r>
              <a:rPr lang="en-US" sz="1800" dirty="0">
                <a:hlinkClick r:id="rId2"/>
              </a:rPr>
              <a:t>https://www.redblobgames.com/</a:t>
            </a:r>
            <a:r>
              <a:rPr lang="en-US" sz="1800" dirty="0"/>
              <a:t>) – interactive visualizations and explanations of maze generation and solving techniques.</a:t>
            </a:r>
          </a:p>
          <a:p>
            <a:r>
              <a:rPr lang="en-US" sz="1800" b="1" dirty="0"/>
              <a:t>Blog:</a:t>
            </a:r>
            <a:br>
              <a:rPr lang="en-US" sz="1800" dirty="0"/>
            </a:br>
            <a:r>
              <a:rPr lang="en-US" sz="1800" dirty="0"/>
              <a:t>Amit’s Game Programming Blog – “Maze Algorithms and Pathfinding” (</a:t>
            </a:r>
            <a:r>
              <a:rPr lang="en-US" sz="1800" dirty="0">
                <a:hlinkClick r:id="rId3"/>
              </a:rPr>
              <a:t>https://www-cs-students.stanford.edu/~amitp/game-programming/</a:t>
            </a:r>
            <a:r>
              <a:rPr lang="en-US" sz="1800" dirty="0"/>
              <a:t>) – detailed breakdowns of recursive backtracking, BFS, and A*.</a:t>
            </a:r>
          </a:p>
          <a:p>
            <a:r>
              <a:rPr lang="en-US" sz="1800" b="1" dirty="0"/>
              <a:t>Video:</a:t>
            </a:r>
            <a:br>
              <a:rPr lang="en-US" sz="1800" dirty="0"/>
            </a:br>
            <a:r>
              <a:rPr lang="en-US" sz="1800" dirty="0"/>
              <a:t>“How to Generate and Solve Mazes” – YouTube channel The Coding Train – hands-on coding tutorials using Python and </a:t>
            </a:r>
            <a:r>
              <a:rPr lang="en-US" sz="1800" dirty="0" err="1"/>
              <a:t>Pygame</a:t>
            </a:r>
            <a:r>
              <a:rPr lang="en-US" sz="18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607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III ARTIFICIAL INTELLIGENCE LABORATORY  MINI PROJECT REVIEW   NUMBER GUESSING GAME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avanindh sugunan</cp:lastModifiedBy>
  <cp:revision>14</cp:revision>
  <dcterms:created xsi:type="dcterms:W3CDTF">2025-10-18T08:57:00Z</dcterms:created>
  <dcterms:modified xsi:type="dcterms:W3CDTF">2025-11-05T02:41:29Z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32FD3A7DCF29421EA2A6358717EB6959_13</vt:lpwstr>
  </property>
  <property fmtid="{D5CDD505-2E9C-101B-9397-08002B2CF9AE}" pid="3" name="KSOProductBuildVer">
    <vt:lpwstr>2057-12.2.0.23149</vt:lpwstr>
  </property>
</Properties>
</file>